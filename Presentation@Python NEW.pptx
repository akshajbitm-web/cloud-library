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312" r:id="rId5"/>
    <p:sldId id="304" r:id="rId6"/>
    <p:sldId id="307" r:id="rId7"/>
    <p:sldId id="281" r:id="rId8"/>
    <p:sldId id="282" r:id="rId9"/>
    <p:sldId id="314" r:id="rId10"/>
    <p:sldId id="297" r:id="rId11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akshajbitm@gmail.co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hyperlink" Target="mailto:~amrstiltongamesfun19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Cloud/online library(python)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1800" dirty="0"/>
              <a:t>~Akshaj Agarwal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Introduction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Which software used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How is code made (Sources)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/>
              <a:t>Explanation(code)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INTRODUCTION</a:t>
            </a:r>
            <a:br>
              <a:rPr lang="en-US" dirty="0"/>
            </a:br>
            <a:br>
              <a:rPr lang="en-US" dirty="0"/>
            </a:br>
            <a:r>
              <a:rPr lang="en-US" sz="1400" dirty="0"/>
              <a:t>this presentation has been made for demand of checking knowledge.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In this file you will get to know about my project(cloud/online library).</a:t>
            </a:r>
            <a:br>
              <a:rPr lang="en-US" sz="1400" dirty="0"/>
            </a:br>
            <a:r>
              <a:rPr lang="en-US" sz="1400" dirty="0"/>
              <a:t> </a:t>
            </a:r>
            <a:br>
              <a:rPr lang="en-US" sz="1400" dirty="0"/>
            </a:br>
            <a:endParaRPr lang="en-US" dirty="0"/>
          </a:p>
        </p:txBody>
      </p:sp>
      <p:pic>
        <p:nvPicPr>
          <p:cNvPr id="15" name="Picture Placeholder 14" descr="CPU with binary numbers and blueprint">
            <a:extLst>
              <a:ext uri="{FF2B5EF4-FFF2-40B4-BE49-F238E27FC236}">
                <a16:creationId xmlns:a16="http://schemas.microsoft.com/office/drawing/2014/main" id="{914B6095-296F-80E9-88E0-A2B06B5F685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0784" r="3078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5259554" cy="4774565"/>
          </a:xfrm>
        </p:spPr>
        <p:txBody>
          <a:bodyPr/>
          <a:lstStyle/>
          <a:p>
            <a:r>
              <a:rPr lang="en-US" dirty="0"/>
              <a:t>SOFTWARES USED IN MAKING PROJECT.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antigravity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visual studio code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95C564-313C-EBE3-C92A-D4738048A3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65440" y="3491661"/>
            <a:ext cx="3576320" cy="2809966"/>
          </a:xfrm>
          <a:prstGeom prst="rect">
            <a:avLst/>
          </a:prstGeom>
        </p:spPr>
      </p:pic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t="3885" b="3885"/>
          <a:stretch/>
        </p:blipFill>
        <p:spPr>
          <a:xfrm>
            <a:off x="7965440" y="410780"/>
            <a:ext cx="3793449" cy="274898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880B8E-59E2-8702-C299-65CD56A55820}"/>
              </a:ext>
            </a:extLst>
          </p:cNvPr>
          <p:cNvSpPr txBox="1"/>
          <p:nvPr/>
        </p:nvSpPr>
        <p:spPr>
          <a:xfrm>
            <a:off x="7965440" y="3182971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u="sng" dirty="0">
                <a:solidFill>
                  <a:srgbClr val="002060"/>
                </a:solidFill>
              </a:rPr>
              <a:t>VISUAL STUDIO CODE</a:t>
            </a:r>
            <a:endParaRPr lang="en-IN" b="1" i="1" u="sng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D402B4-BDEA-8525-0FAA-ABD13A02E5DD}"/>
              </a:ext>
            </a:extLst>
          </p:cNvPr>
          <p:cNvSpPr txBox="1"/>
          <p:nvPr/>
        </p:nvSpPr>
        <p:spPr>
          <a:xfrm>
            <a:off x="8182569" y="6317734"/>
            <a:ext cx="357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u="sng" dirty="0">
                <a:solidFill>
                  <a:srgbClr val="002060"/>
                </a:solidFill>
              </a:rPr>
              <a:t>ANTIGRAVITY</a:t>
            </a:r>
            <a:endParaRPr lang="en-IN" b="1" i="1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pPr algn="ctr"/>
            <a:r>
              <a:rPr lang="en-US" dirty="0"/>
              <a:t>🧑‍💻!!How code is made!!🧑‍💻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8"/>
            <a:ext cx="7965460" cy="4341611"/>
          </a:xfrm>
        </p:spPr>
        <p:txBody>
          <a:bodyPr/>
          <a:lstStyle/>
          <a:p>
            <a:r>
              <a:rPr lang="en-US" sz="2400" b="1" dirty="0"/>
              <a:t>Some part of code has been made by human(me)</a:t>
            </a:r>
          </a:p>
          <a:p>
            <a:r>
              <a:rPr lang="en-US" sz="2400" b="1" dirty="0"/>
              <a:t>Some part of code has been made by AI!!(Codex)</a:t>
            </a:r>
          </a:p>
          <a:p>
            <a:pPr marL="0" indent="0">
              <a:buNone/>
            </a:pPr>
            <a:r>
              <a:rPr lang="en-US" sz="3000" b="1" dirty="0"/>
              <a:t>    PROCESS:-</a:t>
            </a:r>
          </a:p>
          <a:p>
            <a:r>
              <a:rPr lang="en-US" sz="2400" b="1" dirty="0"/>
              <a:t>MADE A PART OF CODE MYSELF(TRIED)</a:t>
            </a:r>
          </a:p>
          <a:p>
            <a:r>
              <a:rPr lang="en-US" sz="2400" b="1" dirty="0"/>
              <a:t>TOOK HELP (UNDERSTOOD)</a:t>
            </a:r>
          </a:p>
          <a:p>
            <a:r>
              <a:rPr lang="en-US" sz="2400" b="1" dirty="0"/>
              <a:t>SELFWROTE</a:t>
            </a:r>
          </a:p>
          <a:p>
            <a:r>
              <a:rPr lang="en-US" sz="2400" b="1" dirty="0"/>
              <a:t>GAVE TO AI FOR CORRECTION (UNDERSTOOD )</a:t>
            </a:r>
          </a:p>
          <a:p>
            <a:endParaRPr lang="en-US" sz="2400" b="1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E1601AF-E1EA-C725-3C97-698FE9A490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335057"/>
              </p:ext>
            </p:extLst>
          </p:nvPr>
        </p:nvGraphicFramePr>
        <p:xfrm>
          <a:off x="4439919" y="5923280"/>
          <a:ext cx="5918517" cy="741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1729705" imgH="517956" progId="Package">
                  <p:embed/>
                </p:oleObj>
              </mc:Choice>
              <mc:Fallback>
                <p:oleObj name="Packager Shell Object" showAsIcon="1" r:id="rId3" imgW="1729705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39919" y="5923280"/>
                        <a:ext cx="5918517" cy="7410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6249" y="457199"/>
            <a:ext cx="7043617" cy="2520217"/>
          </a:xfrm>
        </p:spPr>
        <p:txBody>
          <a:bodyPr/>
          <a:lstStyle/>
          <a:p>
            <a:pPr algn="ctr"/>
            <a:r>
              <a:rPr lang="en-US" dirty="0"/>
              <a:t>📖📖EXPLANATION OF CODE 📖📖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724130"/>
          </a:xfrm>
        </p:spPr>
        <p:txBody>
          <a:bodyPr>
            <a:normAutofit/>
          </a:bodyPr>
          <a:lstStyle/>
          <a:p>
            <a:r>
              <a:rPr lang="en-US" dirty="0"/>
              <a:t>OPEN THE FILE TO SEE THE CODE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r"/>
            <a:endParaRPr lang="en-US" dirty="0"/>
          </a:p>
          <a:p>
            <a:pPr algn="r"/>
            <a:r>
              <a:rPr lang="en-US" sz="900" dirty="0"/>
              <a:t>**DISCLAIMER**</a:t>
            </a:r>
          </a:p>
          <a:p>
            <a:pPr algn="r"/>
            <a:r>
              <a:rPr lang="en-US" sz="900" dirty="0"/>
              <a:t>THE EXPLAINATION IS AI GENERATED</a:t>
            </a:r>
          </a:p>
          <a:p>
            <a:pPr algn="r"/>
            <a:r>
              <a:rPr lang="en-US" sz="900" dirty="0"/>
              <a:t>THE PPT IS HUMAN (ME) GENERATED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BE411CC-BBC4-85AD-7C3D-B71854FDE1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003330"/>
              </p:ext>
            </p:extLst>
          </p:nvPr>
        </p:nvGraphicFramePr>
        <p:xfrm>
          <a:off x="4155441" y="4612291"/>
          <a:ext cx="7750802" cy="1289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2270689" imgH="517956" progId="Package">
                  <p:embed/>
                </p:oleObj>
              </mc:Choice>
              <mc:Fallback>
                <p:oleObj name="Packager Shell Object" showAsIcon="1" r:id="rId3" imgW="2270689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5441" y="4612291"/>
                        <a:ext cx="7750802" cy="1289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b="1" dirty="0"/>
              <a:t>AKSHAJ AGARWAL</a:t>
            </a:r>
          </a:p>
          <a:p>
            <a:r>
              <a:rPr lang="en-US" b="1" dirty="0"/>
              <a:t>	</a:t>
            </a:r>
            <a:r>
              <a:rPr lang="en-US" sz="1200" b="1" dirty="0"/>
              <a:t>CONTACT DETAILS:- +91  9883767011</a:t>
            </a:r>
          </a:p>
          <a:p>
            <a:r>
              <a:rPr lang="en-US" sz="1200" b="1" dirty="0"/>
              <a:t>	EMAIL ID :-</a:t>
            </a:r>
          </a:p>
          <a:p>
            <a:r>
              <a:rPr lang="en-US" sz="1200" b="1" dirty="0"/>
              <a:t>		~ </a:t>
            </a:r>
            <a:r>
              <a:rPr lang="en-US" sz="1200" b="1" dirty="0">
                <a:hlinkClick r:id="rId3"/>
              </a:rPr>
              <a:t>akshajbitm@gmail.com</a:t>
            </a:r>
            <a:endParaRPr lang="en-US" sz="1200" b="1" dirty="0"/>
          </a:p>
          <a:p>
            <a:r>
              <a:rPr lang="en-US" sz="1200" b="1" dirty="0"/>
              <a:t>		</a:t>
            </a:r>
            <a:r>
              <a:rPr lang="en-US" sz="1200" b="1" dirty="0">
                <a:hlinkClick r:id="rId4"/>
              </a:rPr>
              <a:t>~amrstiltongamesfun19@gmail.com</a:t>
            </a:r>
            <a:endParaRPr lang="en-US" sz="1200" b="1" dirty="0"/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{E0EB624E-A1B9-4371-B3B3-FF5BDAE265A4}TF8a9b5915-b8c7-461e-8cdd-693d48b5e32371f7b7e2_win32-4bf0b9a2ea37</Template>
  <TotalTime>65</TotalTime>
  <Words>206</Words>
  <Application>Microsoft Office PowerPoint</Application>
  <PresentationFormat>Widescreen</PresentationFormat>
  <Paragraphs>37</Paragraphs>
  <Slides>7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Calibri</vt:lpstr>
      <vt:lpstr>Sabon Next LT</vt:lpstr>
      <vt:lpstr>Wingdings</vt:lpstr>
      <vt:lpstr>Custom</vt:lpstr>
      <vt:lpstr>Package</vt:lpstr>
      <vt:lpstr>Cloud/online library(python)    ~Akshaj Agarwal</vt:lpstr>
      <vt:lpstr>agenda</vt:lpstr>
      <vt:lpstr>INTRODUCTION  this presentation has been made for demand of checking knowledge.  In this file you will get to know about my project(cloud/online library).   </vt:lpstr>
      <vt:lpstr>SOFTWARES USED IN MAKING PROJECT.  antigravity  visual studio code  </vt:lpstr>
      <vt:lpstr>🧑‍💻!!How code is made!!🧑‍💻</vt:lpstr>
      <vt:lpstr>📖📖EXPLANATION OF CODE 📖📖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Akshaj Agarwal</dc:creator>
  <cp:lastModifiedBy>Akshaj Agarwal</cp:lastModifiedBy>
  <cp:revision>4</cp:revision>
  <dcterms:created xsi:type="dcterms:W3CDTF">2026-05-15T16:41:20Z</dcterms:created>
  <dcterms:modified xsi:type="dcterms:W3CDTF">2026-05-15T17:52:35Z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